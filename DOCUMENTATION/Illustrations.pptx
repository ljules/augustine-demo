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4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85F619-D813-2245-2B51-C805C84F4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B73A1E-B157-418A-6F91-B8E9B5776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0ED1BA-157D-673B-9132-3A4712B09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171FC2-5C64-7588-3CCB-2BFEB638B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5E1DAE-729D-4A72-3B0B-11922006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3053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D17C4E-4742-720B-068B-43F888162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3EF822-6D1A-E492-4D01-7F0C1324F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1B771D-F8AC-D557-9308-28B3E2748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75CA1F-DC20-FF1C-401B-EBE26D566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756F52-3F2F-DC72-CCEE-146D1713E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313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C05939-727A-5C44-868F-A24B07C3E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7EE29D0-93B0-5691-C255-B6777906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A01B26-CA3C-D415-AEE5-4C35B77F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75410B-D365-F981-EE0F-0AA79B75E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752A68-F0D1-2265-6574-607807388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611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A9087E-B736-74F7-4666-B97CB3478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7C9EA1-09B7-0775-08F7-CFAACE6EB3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B730E86-9DEB-B06A-8D98-F24F63572A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268866-EC27-F9A8-6E12-B7CB3B85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3D122F-CA09-02DB-0BBD-06F56480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E6C37FA-52EA-7221-2DC8-60C3960A6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445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75991E-BF30-8502-E39A-4BD4614AD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6A166D-9AB4-79C5-004E-AD815C06D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6CCF05-6258-FAE8-90A6-6401DF571F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9185FA5-361B-FF26-3EEF-DD30A29EBF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FA998F0-D6E4-DF85-973D-2DB5344CF0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8CF752D-9EB8-DD0A-5B0A-CE6EA9FA9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950E1F9-3C40-EF42-AADB-BB9926951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F79BDC8-8555-64F4-A24C-C47895DE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545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ACEEE9-0270-7F76-6944-94C451CD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8D75088-2321-4766-6DE7-71C48FD0D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5DFB2E3-7B90-BBBC-49A4-AC3ACA3CF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907219-234C-66A1-1DF3-5C08736CD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849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FEDF30C-3C31-67B0-72DB-6246EAB7D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7E94371-6BF9-E45C-6527-59070DE69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7FE04F-F218-22CB-AE9E-4BFC65F7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6464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D9F1C2-EF58-AB20-6CA8-261907C08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CA79F4-EFC9-8013-9710-6B6C0553C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9BED9D-0A21-11D3-51E6-18C298CDE0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48E6571-9DFD-4D26-936A-27BAD8E38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39FA544-83C5-E5AE-D39F-3EDADC655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E34CAA-9CDE-33D8-1768-B15036CFB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6056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65C22A-3D3E-BC26-D8F2-D13F7A879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B2C203A-F081-E80A-6FE0-52EAB9A2D1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3177A2-5629-7533-BB5A-C693AC7B2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C4D5794-F5FD-9644-5DDE-0237B6823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18652E6-CA12-3415-0554-5AAEEE63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54D2A53-7E28-D09A-755F-3A3B91B75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5800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43DB13-5263-1337-941A-FEAB18F9B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1DF0DD9-F254-DE8A-1BB0-0AC07A3F44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3717D4-15C6-C4E0-A50D-A2673CE66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52BAC8-2EAF-C11D-AA8D-B23A5D219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AE21DF-F135-0053-34C9-D52496144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853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4F602DE-C12D-7100-8E48-FBF4FD915B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8C520E7-AE31-71AF-B205-73D79F5E23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6428EC9-A80A-0F38-9151-1229F5C62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340466-5FE8-428C-A739-442682E2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89AA81-4C41-60EF-5134-09FB0E042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0103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D12A48-4DBE-90F9-D0FE-53E013BC1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3FB336D-C4EC-1771-8D1C-A6960FB81A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6BB82E-A8CF-44DA-EC3C-129CB5B4C0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F2BB32-B62A-4B9C-8E6D-492F3CC71671}" type="datetimeFigureOut">
              <a:rPr lang="fr-FR" smtClean="0"/>
              <a:t>01/08/2025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CE41C8-58A7-4B29-993C-EB719C2B7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10075A-44F8-DDE5-C8F2-90ADFED4C3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5E9720-5823-4A51-8107-83443B2801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3805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e 28">
            <a:extLst>
              <a:ext uri="{FF2B5EF4-FFF2-40B4-BE49-F238E27FC236}">
                <a16:creationId xmlns:a16="http://schemas.microsoft.com/office/drawing/2014/main" id="{213B66FE-8405-AD88-D82B-CEA2139AEA37}"/>
              </a:ext>
            </a:extLst>
          </p:cNvPr>
          <p:cNvGrpSpPr/>
          <p:nvPr/>
        </p:nvGrpSpPr>
        <p:grpSpPr>
          <a:xfrm>
            <a:off x="1285203" y="371048"/>
            <a:ext cx="9621593" cy="6115904"/>
            <a:chOff x="1285203" y="371048"/>
            <a:chExt cx="9621593" cy="6115904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50332AF-E84D-576F-DB79-7A1DF365C2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5203" y="371048"/>
              <a:ext cx="9621593" cy="6115904"/>
            </a:xfrm>
            <a:prstGeom prst="rect">
              <a:avLst/>
            </a:prstGeom>
          </p:spPr>
        </p:pic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CFEE4A6-2978-3294-1634-88D4F68E5339}"/>
                </a:ext>
              </a:extLst>
            </p:cNvPr>
            <p:cNvGrpSpPr/>
            <p:nvPr/>
          </p:nvGrpSpPr>
          <p:grpSpPr>
            <a:xfrm>
              <a:off x="9479665" y="868101"/>
              <a:ext cx="671332" cy="428264"/>
              <a:chOff x="9664861" y="995423"/>
              <a:chExt cx="671332" cy="428264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DAD74B8B-2EFD-A1CC-294D-37288604B5E5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1</a:t>
                </a:r>
              </a:p>
            </p:txBody>
          </p:sp>
          <p:sp>
            <p:nvSpPr>
              <p:cNvPr id="9" name="Flèche : chevron 8">
                <a:extLst>
                  <a:ext uri="{FF2B5EF4-FFF2-40B4-BE49-F238E27FC236}">
                    <a16:creationId xmlns:a16="http://schemas.microsoft.com/office/drawing/2014/main" id="{07F51AC4-DD67-716B-AE84-6E3AEF9CA674}"/>
                  </a:ext>
                </a:extLst>
              </p:cNvPr>
              <p:cNvSpPr/>
              <p:nvPr/>
            </p:nvSpPr>
            <p:spPr>
              <a:xfrm rot="10800000">
                <a:off x="9664861" y="1093808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B000186A-0CE2-CC91-0683-69A01C1A1AD6}"/>
                </a:ext>
              </a:extLst>
            </p:cNvPr>
            <p:cNvGrpSpPr/>
            <p:nvPr/>
          </p:nvGrpSpPr>
          <p:grpSpPr>
            <a:xfrm>
              <a:off x="2280212" y="6000813"/>
              <a:ext cx="671332" cy="428264"/>
              <a:chOff x="9664861" y="995423"/>
              <a:chExt cx="671332" cy="428264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46B450FD-DE66-235A-F8BC-75D267C52B3D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2</a:t>
                </a:r>
              </a:p>
            </p:txBody>
          </p:sp>
          <p:sp>
            <p:nvSpPr>
              <p:cNvPr id="13" name="Flèche : chevron 12">
                <a:extLst>
                  <a:ext uri="{FF2B5EF4-FFF2-40B4-BE49-F238E27FC236}">
                    <a16:creationId xmlns:a16="http://schemas.microsoft.com/office/drawing/2014/main" id="{7C5DBC05-1AB8-2590-14AE-B658575C9826}"/>
                  </a:ext>
                </a:extLst>
              </p:cNvPr>
              <p:cNvSpPr/>
              <p:nvPr/>
            </p:nvSpPr>
            <p:spPr>
              <a:xfrm rot="10800000">
                <a:off x="9664861" y="1093808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D2B41276-6C04-98FB-ACED-3C8194EF6DD3}"/>
                </a:ext>
              </a:extLst>
            </p:cNvPr>
            <p:cNvGrpSpPr/>
            <p:nvPr/>
          </p:nvGrpSpPr>
          <p:grpSpPr>
            <a:xfrm>
              <a:off x="6412374" y="3871071"/>
              <a:ext cx="659757" cy="428264"/>
              <a:chOff x="9676436" y="995423"/>
              <a:chExt cx="659757" cy="428264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C6779073-AB97-FFE9-7216-98D3797EF8C7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3</a:t>
                </a:r>
              </a:p>
            </p:txBody>
          </p:sp>
          <p:sp>
            <p:nvSpPr>
              <p:cNvPr id="16" name="Flèche : chevron 15">
                <a:extLst>
                  <a:ext uri="{FF2B5EF4-FFF2-40B4-BE49-F238E27FC236}">
                    <a16:creationId xmlns:a16="http://schemas.microsoft.com/office/drawing/2014/main" id="{736A57E1-9D0B-6730-7167-AE253730DA0A}"/>
                  </a:ext>
                </a:extLst>
              </p:cNvPr>
              <p:cNvSpPr/>
              <p:nvPr/>
            </p:nvSpPr>
            <p:spPr>
              <a:xfrm rot="10800000">
                <a:off x="9676436" y="1093808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0ADE5A1C-10DC-753C-8751-A8D51C79BFE3}"/>
                </a:ext>
              </a:extLst>
            </p:cNvPr>
            <p:cNvGrpSpPr/>
            <p:nvPr/>
          </p:nvGrpSpPr>
          <p:grpSpPr>
            <a:xfrm>
              <a:off x="4919239" y="5202160"/>
              <a:ext cx="428264" cy="682907"/>
              <a:chOff x="9907929" y="740780"/>
              <a:chExt cx="428264" cy="682907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CFC1C92C-E675-0BE5-F7E6-B068C17F5E19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4</a:t>
                </a:r>
              </a:p>
            </p:txBody>
          </p:sp>
          <p:sp>
            <p:nvSpPr>
              <p:cNvPr id="19" name="Flèche : chevron 18">
                <a:extLst>
                  <a:ext uri="{FF2B5EF4-FFF2-40B4-BE49-F238E27FC236}">
                    <a16:creationId xmlns:a16="http://schemas.microsoft.com/office/drawing/2014/main" id="{F15BB21B-D59B-376F-3666-00A1337D7C44}"/>
                  </a:ext>
                </a:extLst>
              </p:cNvPr>
              <p:cNvSpPr/>
              <p:nvPr/>
            </p:nvSpPr>
            <p:spPr>
              <a:xfrm rot="16200000">
                <a:off x="10017889" y="740780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B355A33F-64B1-A311-31E7-115974BAB2E9}"/>
                </a:ext>
              </a:extLst>
            </p:cNvPr>
            <p:cNvGrpSpPr/>
            <p:nvPr/>
          </p:nvGrpSpPr>
          <p:grpSpPr>
            <a:xfrm>
              <a:off x="5984109" y="5202160"/>
              <a:ext cx="428264" cy="682907"/>
              <a:chOff x="9907929" y="740780"/>
              <a:chExt cx="428264" cy="682907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8A42331E-7842-8DFA-2396-921646C0C93D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5</a:t>
                </a:r>
              </a:p>
            </p:txBody>
          </p:sp>
          <p:sp>
            <p:nvSpPr>
              <p:cNvPr id="24" name="Flèche : chevron 23">
                <a:extLst>
                  <a:ext uri="{FF2B5EF4-FFF2-40B4-BE49-F238E27FC236}">
                    <a16:creationId xmlns:a16="http://schemas.microsoft.com/office/drawing/2014/main" id="{0A019FC7-6527-5B4F-0E0E-09394840DB9D}"/>
                  </a:ext>
                </a:extLst>
              </p:cNvPr>
              <p:cNvSpPr/>
              <p:nvPr/>
            </p:nvSpPr>
            <p:spPr>
              <a:xfrm rot="16200000">
                <a:off x="10017889" y="740780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C44269B1-FE6F-5C2B-35E1-D3F502EAF362}"/>
                </a:ext>
              </a:extLst>
            </p:cNvPr>
            <p:cNvGrpSpPr/>
            <p:nvPr/>
          </p:nvGrpSpPr>
          <p:grpSpPr>
            <a:xfrm>
              <a:off x="6844499" y="5202160"/>
              <a:ext cx="428264" cy="682907"/>
              <a:chOff x="9907929" y="740780"/>
              <a:chExt cx="428264" cy="682907"/>
            </a:xfrm>
            <a:effectLst>
              <a:glow rad="139700">
                <a:schemeClr val="accent2">
                  <a:satMod val="175000"/>
                  <a:alpha val="40000"/>
                </a:schemeClr>
              </a:glow>
            </a:effectLst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F1D31896-8A87-3134-2F6F-0D16E3BA4712}"/>
                  </a:ext>
                </a:extLst>
              </p:cNvPr>
              <p:cNvSpPr/>
              <p:nvPr/>
            </p:nvSpPr>
            <p:spPr>
              <a:xfrm>
                <a:off x="9907929" y="995423"/>
                <a:ext cx="428264" cy="42826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accent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5</a:t>
                </a:r>
              </a:p>
            </p:txBody>
          </p:sp>
          <p:sp>
            <p:nvSpPr>
              <p:cNvPr id="28" name="Flèche : chevron 27">
                <a:extLst>
                  <a:ext uri="{FF2B5EF4-FFF2-40B4-BE49-F238E27FC236}">
                    <a16:creationId xmlns:a16="http://schemas.microsoft.com/office/drawing/2014/main" id="{6860FC24-52F4-1EC1-8CAA-E4CF1AF91FE4}"/>
                  </a:ext>
                </a:extLst>
              </p:cNvPr>
              <p:cNvSpPr/>
              <p:nvPr/>
            </p:nvSpPr>
            <p:spPr>
              <a:xfrm rot="16200000">
                <a:off x="10017889" y="740780"/>
                <a:ext cx="231493" cy="231493"/>
              </a:xfrm>
              <a:prstGeom prst="chevron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5615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BFEF0A4F-B6B8-9523-8595-83ED5798E78A}"/>
              </a:ext>
            </a:extLst>
          </p:cNvPr>
          <p:cNvGrpSpPr/>
          <p:nvPr/>
        </p:nvGrpSpPr>
        <p:grpSpPr>
          <a:xfrm>
            <a:off x="2539817" y="310990"/>
            <a:ext cx="7112366" cy="6236020"/>
            <a:chOff x="2539817" y="310990"/>
            <a:chExt cx="7112366" cy="6236020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CFE07C64-BC3E-6055-D569-234E904B8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39817" y="310990"/>
              <a:ext cx="7112366" cy="6236020"/>
            </a:xfrm>
            <a:prstGeom prst="rect">
              <a:avLst/>
            </a:prstGeom>
          </p:spPr>
        </p:pic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4C5B0757-C63D-1B78-C01F-BA372E3F2DF6}"/>
                </a:ext>
              </a:extLst>
            </p:cNvPr>
            <p:cNvSpPr/>
            <p:nvPr/>
          </p:nvSpPr>
          <p:spPr>
            <a:xfrm>
              <a:off x="3275316" y="1570934"/>
              <a:ext cx="428264" cy="428264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accent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</a:p>
          </p:txBody>
        </p:sp>
        <p:sp>
          <p:nvSpPr>
            <p:cNvPr id="5" name="Flèche : chevron 4">
              <a:extLst>
                <a:ext uri="{FF2B5EF4-FFF2-40B4-BE49-F238E27FC236}">
                  <a16:creationId xmlns:a16="http://schemas.microsoft.com/office/drawing/2014/main" id="{0E41DF55-A004-6E2F-90C0-BAE9B57B677D}"/>
                </a:ext>
              </a:extLst>
            </p:cNvPr>
            <p:cNvSpPr/>
            <p:nvPr/>
          </p:nvSpPr>
          <p:spPr>
            <a:xfrm rot="10800000">
              <a:off x="3032248" y="1669319"/>
              <a:ext cx="231493" cy="231493"/>
            </a:xfrm>
            <a:prstGeom prst="chevron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0852147D-302E-CFD7-1670-228C618CA6BD}"/>
                </a:ext>
              </a:extLst>
            </p:cNvPr>
            <p:cNvSpPr/>
            <p:nvPr/>
          </p:nvSpPr>
          <p:spPr>
            <a:xfrm>
              <a:off x="2555812" y="1562639"/>
              <a:ext cx="428263" cy="428264"/>
            </a:xfrm>
            <a:prstGeom prst="roundRect">
              <a:avLst>
                <a:gd name="adj" fmla="val 37917"/>
              </a:avLst>
            </a:prstGeom>
            <a:noFill/>
            <a:ln>
              <a:solidFill>
                <a:schemeClr val="accent2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E7D16061-3250-7488-8E10-8D8CF2FAE54C}"/>
                </a:ext>
              </a:extLst>
            </p:cNvPr>
            <p:cNvSpPr/>
            <p:nvPr/>
          </p:nvSpPr>
          <p:spPr>
            <a:xfrm>
              <a:off x="4933253" y="960120"/>
              <a:ext cx="164527" cy="228600"/>
            </a:xfrm>
            <a:prstGeom prst="roundRect">
              <a:avLst>
                <a:gd name="adj" fmla="val 37917"/>
              </a:avLst>
            </a:prstGeom>
            <a:noFill/>
            <a:ln>
              <a:solidFill>
                <a:schemeClr val="accent2"/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B7BA402-A16E-7159-7A27-45FB37B6A0D3}"/>
                </a:ext>
              </a:extLst>
            </p:cNvPr>
            <p:cNvSpPr/>
            <p:nvPr/>
          </p:nvSpPr>
          <p:spPr>
            <a:xfrm>
              <a:off x="5416536" y="854654"/>
              <a:ext cx="428264" cy="428264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accent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</a:p>
          </p:txBody>
        </p:sp>
        <p:sp>
          <p:nvSpPr>
            <p:cNvPr id="12" name="Flèche : chevron 11">
              <a:extLst>
                <a:ext uri="{FF2B5EF4-FFF2-40B4-BE49-F238E27FC236}">
                  <a16:creationId xmlns:a16="http://schemas.microsoft.com/office/drawing/2014/main" id="{23B156FA-9E09-DACE-24EA-3D8E57A92ED1}"/>
                </a:ext>
              </a:extLst>
            </p:cNvPr>
            <p:cNvSpPr/>
            <p:nvPr/>
          </p:nvSpPr>
          <p:spPr>
            <a:xfrm rot="10800000">
              <a:off x="5173468" y="953039"/>
              <a:ext cx="231493" cy="231493"/>
            </a:xfrm>
            <a:prstGeom prst="chevron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2045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153D331-7FFB-976A-DEE5-648DCC737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9817" y="310990"/>
            <a:ext cx="7112366" cy="623602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E7A06740-A18B-FC31-C9DB-B6C28FA5EA5C}"/>
              </a:ext>
            </a:extLst>
          </p:cNvPr>
          <p:cNvSpPr/>
          <p:nvPr/>
        </p:nvSpPr>
        <p:spPr>
          <a:xfrm>
            <a:off x="5591796" y="1151834"/>
            <a:ext cx="428264" cy="428264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</a:p>
        </p:txBody>
      </p:sp>
      <p:sp>
        <p:nvSpPr>
          <p:cNvPr id="5" name="Flèche : chevron 4">
            <a:extLst>
              <a:ext uri="{FF2B5EF4-FFF2-40B4-BE49-F238E27FC236}">
                <a16:creationId xmlns:a16="http://schemas.microsoft.com/office/drawing/2014/main" id="{FB0B47D3-987F-50C5-3715-8C2A60A43F75}"/>
              </a:ext>
            </a:extLst>
          </p:cNvPr>
          <p:cNvSpPr/>
          <p:nvPr/>
        </p:nvSpPr>
        <p:spPr>
          <a:xfrm rot="10800000">
            <a:off x="5348728" y="1250219"/>
            <a:ext cx="231493" cy="231493"/>
          </a:xfrm>
          <a:prstGeom prst="chevron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41C29E3-6252-43CC-E5E9-68E8C444C6B5}"/>
              </a:ext>
            </a:extLst>
          </p:cNvPr>
          <p:cNvSpPr/>
          <p:nvPr/>
        </p:nvSpPr>
        <p:spPr>
          <a:xfrm>
            <a:off x="4288776" y="1974794"/>
            <a:ext cx="428264" cy="428264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8D573533-9173-8B90-21F5-F82FBD2B076E}"/>
              </a:ext>
            </a:extLst>
          </p:cNvPr>
          <p:cNvSpPr/>
          <p:nvPr/>
        </p:nvSpPr>
        <p:spPr>
          <a:xfrm rot="16200000">
            <a:off x="4387161" y="1743301"/>
            <a:ext cx="231493" cy="231493"/>
          </a:xfrm>
          <a:prstGeom prst="chevron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3377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10</Words>
  <Application>Microsoft Office PowerPoint</Application>
  <PresentationFormat>Grand écran</PresentationFormat>
  <Paragraphs>10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Laurent JULES</dc:creator>
  <cp:lastModifiedBy>Laurent JULES</cp:lastModifiedBy>
  <cp:revision>3</cp:revision>
  <dcterms:created xsi:type="dcterms:W3CDTF">2023-06-20T18:54:46Z</dcterms:created>
  <dcterms:modified xsi:type="dcterms:W3CDTF">2025-08-01T07:58:43Z</dcterms:modified>
</cp:coreProperties>
</file>